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40d2dfddb_0_2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40d2dfddb_0_2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4290f59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4290f59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63bbac7d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63bbac7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4290f59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4290f59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 keep it the same format as the other one you just previously gave m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